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Dogecoin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Presentation | Random Forest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DOGE close price from market and technical indicators.</a:t>
            </a:r>
          </a:p>
          <a:p>
            <a:r>
              <a:t>Inputs: Open, High, Low, Volume, MA5, MA10, Daily Return, Volatility.</a:t>
            </a:r>
          </a:p>
          <a:p>
            <a:r>
              <a:t>Task type: Supervised regression.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49597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Rows (raw): 1761</a:t>
            </a:r>
          </a:p>
          <a:p>
            <a:r>
              <a:rPr dirty="0"/>
              <a:t>Rows (processed): 1751</a:t>
            </a:r>
          </a:p>
          <a:p>
            <a:r>
              <a:rPr dirty="0"/>
              <a:t>Date range: 2017-11-18 to 2022-09-04</a:t>
            </a:r>
          </a:p>
          <a:p>
            <a:r>
              <a:rPr dirty="0"/>
              <a:t>Split: 1400 train / 351 test</a:t>
            </a:r>
          </a:p>
        </p:txBody>
      </p:sp>
      <p:pic>
        <p:nvPicPr>
          <p:cNvPr id="4" name="Picture 3" descr="datase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535680"/>
            <a:ext cx="586740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RandomForestRegressor</a:t>
            </a:r>
          </a:p>
          <a:p>
            <a:r>
              <a:t>n_estimators=100, max_depth=15</a:t>
            </a:r>
          </a:p>
          <a:p>
            <a:r>
              <a:t>min_samples_split=5, min_samples_leaf=2</a:t>
            </a:r>
          </a:p>
          <a:p>
            <a:r>
              <a:t>random_state=42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Shown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960" y="1584960"/>
            <a:ext cx="3657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MSE: 0.00001884</a:t>
            </a:r>
          </a:p>
          <a:p>
            <a:r>
              <a:rPr dirty="0"/>
              <a:t>RMSE: 0.00434057</a:t>
            </a:r>
          </a:p>
          <a:p>
            <a:r>
              <a:rPr dirty="0"/>
              <a:t>MAE: 0.00142236</a:t>
            </a:r>
          </a:p>
          <a:p>
            <a:r>
              <a:rPr dirty="0"/>
              <a:t>R2: 0.997776</a:t>
            </a:r>
          </a:p>
        </p:txBody>
      </p:sp>
      <p:pic>
        <p:nvPicPr>
          <p:cNvPr id="4" name="Picture 3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2" y="3017520"/>
            <a:ext cx="4780278" cy="3032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55520" y="1859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Sample predictions from test data:</a:t>
            </a:r>
          </a:p>
          <a:p>
            <a:r>
              <a:rPr dirty="0"/>
              <a:t>Sample 1: Actual=0.005545 | Predicted=0.005598</a:t>
            </a:r>
          </a:p>
          <a:p>
            <a:r>
              <a:rPr dirty="0"/>
              <a:t>Sample 2: Actual=0.002346 | Predicted=0.002346</a:t>
            </a:r>
          </a:p>
          <a:p>
            <a:r>
              <a:rPr dirty="0"/>
              <a:t>Sample 3: Actual=0.002434 | Predicted=0.002412</a:t>
            </a:r>
          </a:p>
          <a:p>
            <a:r>
              <a:rPr dirty="0"/>
              <a:t>Sample 4: Actual=0.002083 | Predicted=0.002076</a:t>
            </a:r>
          </a:p>
          <a:p>
            <a:r>
              <a:rPr dirty="0"/>
              <a:t>Sample 5: Actual=0.200887 | Predicted=0.203924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Dogecoin Price Prediction</vt:lpstr>
      <vt:lpstr>Problem Definition</vt:lpstr>
      <vt:lpstr>Dataset Used</vt:lpstr>
      <vt:lpstr>Model Trained</vt:lpstr>
      <vt:lpstr>Accuracy Shown</vt:lpstr>
      <vt:lpstr>Output Visible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Sharan Allada</cp:lastModifiedBy>
  <cp:revision>2</cp:revision>
  <dcterms:created xsi:type="dcterms:W3CDTF">2013-01-27T09:14:16Z</dcterms:created>
  <dcterms:modified xsi:type="dcterms:W3CDTF">2026-03-25T16:54:48Z</dcterms:modified>
  <cp:category/>
</cp:coreProperties>
</file>